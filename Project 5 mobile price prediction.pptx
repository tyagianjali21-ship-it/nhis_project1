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956A8-B6D3-893B-0E15-A47E91C63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4BD98-B2D5-6956-405B-A212164F9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B69EA-B100-A40B-E394-A78BCD9B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1317A-85CC-D8E3-5065-8007F2CE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AA4B7-D6CF-FB79-51DC-2CAAC631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1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F274-8E16-8150-4798-BF6C5DBA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18B9-7732-2FE9-9D0A-96C94459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90935-972B-283F-D1AD-173DFC189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950DC-0C5F-1189-3868-BE8ED768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C2702-182E-3F37-573A-D3BDD455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EEFD-3255-B86E-2522-23C68D86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3CF08-9F0D-8011-5EBF-2449E7045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21AB-76B3-F483-B8DC-74016A61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9E5D-A8C7-8839-7DDD-C516CE88B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076F1-F198-D5F6-441B-DA8E89F0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00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BC6A-622D-2E65-18D8-11506BE7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D1AE-EF35-5F9C-55B8-B3323F79E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DABF5-072E-A7CC-1E34-9AB49AB4E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5DD90-D52F-06A6-D030-15428754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323E8-33C3-BC45-B50F-A1BFBBC5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C0147-750D-D03D-6CD5-3F12477F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5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9895-38D2-F7AA-0FFB-0F34965E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8FE77-236B-6DBD-12E1-71C6EC5EE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B40D8-4EE5-A58B-D0A1-B6B7DBAA6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28EA2-7554-3EB0-BBEA-DC5CCEE0A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4717D-0BA8-3F25-040C-A9CF8C192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074D6-E9E4-43B9-D85B-45A5A727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B8E9F-00A7-23D2-A14A-22923D69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6A977-AEAD-4526-09C1-27250F78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2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AF67-9B24-7733-CFAC-12239C4E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400011-55B8-F5C9-36F1-A9730418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57C38-E6C0-F1BF-5681-B4ABC1E3B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430E7-F08F-0ADC-8104-5D0FD1F1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4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33EED4-F6BF-7E10-5B44-01D7142F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2C350-84D4-E755-5BC4-872881A4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60D65-809A-49D9-BEC6-50E74969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9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4D99-2157-675D-40BB-EEAB2467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21A11-1111-A356-5E17-4FF2ADAF9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92C6C-F1B9-D09D-F8B3-C729969EF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E60D7-4BF8-D89F-0894-A309D64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A4784-C5AA-8D24-EEC8-0BDAFFC7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F1117-C5B9-0AC7-74BC-B9919F09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1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DE4B-5977-213F-76A6-470BCE23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5A9E5D-230D-2F70-2CAB-B4F95A700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8805A-F1B7-EA93-7B05-2DDEE8460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FAA90-F156-DE39-E98F-1A537373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3443C-13E4-5524-1EB5-7AE74232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E3B68-8967-0A34-D3F2-A17A19F9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35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1952-EE75-75A3-AD0D-4F9F2BE4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04683-24FF-0357-5915-F32DC931B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EC8D4-D958-494C-3590-39240B95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085DD-B934-C2E3-7F24-EAFD8497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89B31-9A89-415A-D6EA-A46D990B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1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F3FF5E-7C7D-418D-A7F0-1AD978EC88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0EBC7-8DED-3BDC-150B-4E03C9776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0EF5-C36F-930C-E597-002EA0160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6685-DB87-21C7-B526-408B08C7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1C227-1CCD-1552-3CA6-5356B2A7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9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B9167-9D8A-8FB5-8D9C-660EF99E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08D18-081F-6B33-3323-1BFC9BBDE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6F3D3-1ADB-169E-A7B5-6B093E003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82908-B406-4E3D-B513-4239DD7EF08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3C839-B3FD-08F8-4626-2A7E88552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C5A0A-3999-375D-C2C6-F7BA7D8AF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9D451-4506-499C-A2F3-858E46314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5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02B9-0BAF-DADD-1B26-0CAB719B6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E6DD3-DF82-82CF-F52E-CC7543D44B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Mobile Price Prediction using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32219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BD82-6945-DE3A-A628-BF56BB3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67809-1D1B-A7B2-8E16-FE85FA2C1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7889"/>
            <a:ext cx="10515600" cy="2112579"/>
          </a:xfrm>
        </p:spPr>
        <p:txBody>
          <a:bodyPr>
            <a:normAutofit/>
          </a:bodyPr>
          <a:lstStyle/>
          <a:p>
            <a:r>
              <a:rPr lang="en-US" dirty="0"/>
              <a:t>Predict the Mobile Price range of mobile phones based on their specification.</a:t>
            </a:r>
          </a:p>
          <a:p>
            <a:r>
              <a:rPr lang="en-US" dirty="0"/>
              <a:t>Dataset – Features include RAM, Battery, camera, memory, processor and screen size.</a:t>
            </a:r>
          </a:p>
        </p:txBody>
      </p:sp>
    </p:spTree>
    <p:extLst>
      <p:ext uri="{BB962C8B-B14F-4D97-AF65-F5344CB8AC3E}">
        <p14:creationId xmlns:p14="http://schemas.microsoft.com/office/powerpoint/2010/main" val="3357970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1632-F0D6-B27D-DE74-CBBC920BD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46D00-82FB-1EEC-368E-D3625C24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7075"/>
            <a:ext cx="10515600" cy="3449529"/>
          </a:xfrm>
        </p:spPr>
        <p:txBody>
          <a:bodyPr/>
          <a:lstStyle/>
          <a:p>
            <a:r>
              <a:rPr lang="en-US" dirty="0"/>
              <a:t> Checked missing values, duplicate records and corrected value e.g.</a:t>
            </a:r>
          </a:p>
          <a:p>
            <a:r>
              <a:rPr lang="en-US" dirty="0" err="1"/>
              <a:t>df.duplicated</a:t>
            </a:r>
            <a:r>
              <a:rPr lang="en-US" dirty="0"/>
              <a:t>().sum()</a:t>
            </a:r>
          </a:p>
          <a:p>
            <a:r>
              <a:rPr lang="en-US" dirty="0" err="1"/>
              <a:t>df.isnull</a:t>
            </a:r>
            <a:r>
              <a:rPr lang="en-US" dirty="0"/>
              <a:t>().sum()</a:t>
            </a:r>
          </a:p>
        </p:txBody>
      </p:sp>
    </p:spTree>
    <p:extLst>
      <p:ext uri="{BB962C8B-B14F-4D97-AF65-F5344CB8AC3E}">
        <p14:creationId xmlns:p14="http://schemas.microsoft.com/office/powerpoint/2010/main" val="134265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1D93-7AEC-0639-2B6A-DAE5A1C7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8DB4E-83E7-6C01-F03E-61E10BA13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90688"/>
            <a:ext cx="10515600" cy="5907690"/>
          </a:xfrm>
        </p:spPr>
        <p:txBody>
          <a:bodyPr/>
          <a:lstStyle/>
          <a:p>
            <a:r>
              <a:rPr lang="en-US" dirty="0"/>
              <a:t>EDA </a:t>
            </a:r>
            <a:r>
              <a:rPr lang="en-US" dirty="0" err="1"/>
              <a:t>analysed</a:t>
            </a:r>
            <a:r>
              <a:rPr lang="en-US" dirty="0"/>
              <a:t> features as distributions, correlations, and relationships using charts.</a:t>
            </a:r>
          </a:p>
          <a:p>
            <a:endParaRPr lang="en-US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31530F3E-2670-A25D-3DB8-7B61A9022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238703"/>
            <a:ext cx="8362950" cy="441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09FF0B3-804C-856E-548A-6FCD45C55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214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79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49D3-9A76-ED38-FE7C-877D46EE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7C7E1-7B67-376E-2532-7811DD712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162330"/>
          </a:xfrm>
        </p:spPr>
        <p:txBody>
          <a:bodyPr/>
          <a:lstStyle/>
          <a:p>
            <a:r>
              <a:rPr lang="en-US" dirty="0" err="1"/>
              <a:t>Seleceted</a:t>
            </a:r>
            <a:r>
              <a:rPr lang="en-US" dirty="0"/>
              <a:t> important features and prepare data.</a:t>
            </a:r>
          </a:p>
          <a:p>
            <a:endParaRPr lang="en-US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197ACCED-03BE-B6C8-DD2B-156964863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5812"/>
            <a:ext cx="9420225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95D39AA-3C86-727E-ACD1-D1D90D20A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5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7D8D5-5F35-9378-52E4-0B72599EF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541900"/>
          </a:xfrm>
        </p:spPr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2F04B-59B7-2512-9425-6AE6F0461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8869"/>
            <a:ext cx="10515600" cy="3008093"/>
          </a:xfrm>
        </p:spPr>
        <p:txBody>
          <a:bodyPr/>
          <a:lstStyle/>
          <a:p>
            <a:r>
              <a:rPr lang="en-US" dirty="0"/>
              <a:t>Machine learning can effectively predict mobile price, helping customers and businesses make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107867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E6B7-F676-E8BF-1343-B65459C9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FF9C-A294-E130-A5FE-67B1E1DD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4371"/>
            <a:ext cx="10515600" cy="1135119"/>
          </a:xfrm>
        </p:spPr>
        <p:txBody>
          <a:bodyPr/>
          <a:lstStyle/>
          <a:p>
            <a:r>
              <a:rPr lang="en-US" dirty="0"/>
              <a:t>Improve accuracy using advanced algorithms and larger dataset.</a:t>
            </a:r>
          </a:p>
        </p:txBody>
      </p:sp>
    </p:spTree>
    <p:extLst>
      <p:ext uri="{BB962C8B-B14F-4D97-AF65-F5344CB8AC3E}">
        <p14:creationId xmlns:p14="http://schemas.microsoft.com/office/powerpoint/2010/main" val="98408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Project 5</vt:lpstr>
      <vt:lpstr>Objective:</vt:lpstr>
      <vt:lpstr>Data Cleaning:</vt:lpstr>
      <vt:lpstr>Exploratory Data Analysis(EDA)</vt:lpstr>
      <vt:lpstr>Feature Engineering:</vt:lpstr>
      <vt:lpstr>Conclusion:</vt:lpstr>
      <vt:lpstr>Future Scope: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tyagi</dc:creator>
  <cp:lastModifiedBy>anjali tyagi</cp:lastModifiedBy>
  <cp:revision>1</cp:revision>
  <dcterms:created xsi:type="dcterms:W3CDTF">2026-06-30T14:48:43Z</dcterms:created>
  <dcterms:modified xsi:type="dcterms:W3CDTF">2026-06-30T15:21:18Z</dcterms:modified>
</cp:coreProperties>
</file>