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83AC83-9105-4289-A554-B3280D9A83E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B4C96-FD96-49CB-AA6E-CCB7295D1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8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DE9C9-C973-B77C-06FE-D66322BEC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D2C-CB4C-077E-91B0-2FAD94EAF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F2606-E758-F92C-C25F-9F719546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B3F50-5E27-263F-D10C-88F299E7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46682-FFCE-1B3B-6B2C-8C22369AB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6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1F025-5C1F-543D-8EBD-8B6A58E0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B70C-BF16-031D-4AF8-DA502938D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DE93B-8D73-6F11-2B96-86E228CF0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94E42-8F56-31E1-73E6-F77E888F9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EE800-0632-E07A-9293-7CD4D2EF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23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BC8F-697F-48F9-F70E-88F73D9B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F25EC-BA38-8D1B-2731-B0CC806BE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387C7-8808-E693-2C25-1E8F956C6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40533-0AE3-4340-4603-2FC9903E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EB118-8647-0005-5144-655F3F6B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9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B76B-6937-6692-A735-1200E4E76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C138B-53B8-63CA-8617-04190910D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F7BA3-66CB-53CC-E775-215299AE4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200C6-0B05-CA5D-F805-2257600A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F09A2-0584-4489-7A1F-E4A4A730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ADE51-BAC5-7F70-1925-872BAA26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6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5DBB-D7D0-5082-B033-7BA0EBA35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364BE-A7C9-16FE-18B1-7413AD49D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809BE-4BFE-8708-7D96-305B2959D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AA1AD-0A4E-3197-A418-5D8DC510AC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00FAC-ED46-E560-983A-B37EF62F6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8207A6-BC46-D888-A9F9-27B4D430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0D853-1FB4-302A-694D-D8BB98A36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84ADCC-4D57-C967-35B9-BC15937B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4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77B1-EE06-CD28-45A2-E135E335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0FB42-00A6-CEBF-6FF3-43FE9B17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6F0D8-EFF4-7A77-8428-31134454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35B76-59C5-538D-AC3F-F2915FEC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95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C2F005-F846-D9B7-8610-FCC1E387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172C1-C364-E218-6AB0-68EC6EC8F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E6C13-AB51-1011-81BC-06239928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0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7D8F-B34C-356F-F568-D8186A9A6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25ACC-A579-7E01-8682-EB5DE9B6C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D36AD-B3C1-1416-BB28-44FC58D5D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0FA2B-A71E-FABB-16C3-05BDCAEE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2263E-4F2B-CB3F-8503-97941380F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1EEC9-D043-206D-76BC-8A0DE715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1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C276-1A86-62E7-E9A7-A08DC431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FA817-74E1-303F-71D7-F5B42EA48E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32DC2-C2D1-EA5A-E598-38605775F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C9B6E-CA0D-93A4-A588-D9C6AD1B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D1B11-43DD-216C-A6B6-037693A2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1D0D9-1DAA-B5C1-69C7-08C1CCA3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1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5E1A-AF3E-2170-68E6-04AE1EB8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F2952-37E1-31EA-01FF-D3453D539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C3CAC-EE99-552B-496E-70F0BBC4E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FE105-58B5-E25D-2AF2-553B8D6E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65300-2472-1CF0-CE51-E54F5F70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9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D54F6-47FB-DB86-DF79-473BDC472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0FF4C-5122-AF46-53FD-ED08A3FB5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8E7C6-1036-7A29-1BF0-F8A513B4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4284F-A85E-AED5-F54E-6C648955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CE9EC-07EB-EDA4-2E7E-7149AE77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1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25083-0E98-2E92-516F-2F05EB99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88F12-8095-3568-B648-2A11E0A60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ED710-36E7-29D9-0847-5BBC0D9A6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4791C-FBD7-4F71-BD1B-8294908185E2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DB911-9B06-384D-82D0-8C0321980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52E2F-231E-6062-CAC7-6096D8EC6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4FCE8-4496-4A40-AEDB-FBD8930AF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5517-ACB7-9B50-C3C0-29E6AD8DB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50EEEF-4E64-4B48-7E3F-C35CF0CC48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EDA</a:t>
            </a:r>
          </a:p>
          <a:p>
            <a:r>
              <a:rPr lang="en-US" sz="3600" dirty="0"/>
              <a:t>Industry Dataset Analysis using Python, Pandas, Matplotlib and Seaborn</a:t>
            </a:r>
          </a:p>
        </p:txBody>
      </p:sp>
    </p:spTree>
    <p:extLst>
      <p:ext uri="{BB962C8B-B14F-4D97-AF65-F5344CB8AC3E}">
        <p14:creationId xmlns:p14="http://schemas.microsoft.com/office/powerpoint/2010/main" val="2728026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0E35-7E16-73E9-CB87-2BCDC23E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8A0BB-0F97-89E9-8CF2-5D05131E1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Objectives</a:t>
            </a:r>
          </a:p>
          <a:p>
            <a:r>
              <a:rPr lang="en-US" dirty="0"/>
              <a:t>Dataset Overview</a:t>
            </a:r>
          </a:p>
          <a:p>
            <a:r>
              <a:rPr lang="en-US" dirty="0"/>
              <a:t>Data preparation</a:t>
            </a:r>
          </a:p>
          <a:p>
            <a:r>
              <a:rPr lang="en-US" dirty="0"/>
              <a:t>Univariate Analysis</a:t>
            </a:r>
          </a:p>
          <a:p>
            <a:r>
              <a:rPr lang="en-US" dirty="0"/>
              <a:t>Bivariate Analysis</a:t>
            </a:r>
          </a:p>
          <a:p>
            <a:r>
              <a:rPr lang="en-US" dirty="0"/>
              <a:t>Multivariate Analysis</a:t>
            </a:r>
          </a:p>
          <a:p>
            <a:r>
              <a:rPr lang="en-US" dirty="0"/>
              <a:t>Findings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32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9D6B-5A7A-7FDE-4FBE-AF5B1D0F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7A1E-A0D5-3822-36C6-7B8D3578A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EDA is performed to understand the structure, distribution, and relationships within the dataset before modeling or decision making.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Project’s Objectives:</a:t>
            </a:r>
          </a:p>
          <a:p>
            <a:pPr marL="0" indent="0">
              <a:buNone/>
            </a:pPr>
            <a:r>
              <a:rPr lang="en-US" dirty="0"/>
              <a:t>   Understand data characteristics</a:t>
            </a:r>
          </a:p>
          <a:p>
            <a:pPr marL="0" indent="0">
              <a:buNone/>
            </a:pPr>
            <a:r>
              <a:rPr lang="en-US" dirty="0"/>
              <a:t>    Detect patterns and trends</a:t>
            </a:r>
          </a:p>
          <a:p>
            <a:pPr marL="0" indent="0">
              <a:buNone/>
            </a:pPr>
            <a:r>
              <a:rPr lang="en-US" dirty="0"/>
              <a:t>    Compare Industries</a:t>
            </a:r>
          </a:p>
          <a:p>
            <a:pPr marL="0" indent="0">
              <a:buNone/>
            </a:pPr>
            <a:r>
              <a:rPr lang="en-US" dirty="0"/>
              <a:t>    Identify relationships among variable</a:t>
            </a:r>
          </a:p>
          <a:p>
            <a:pPr marL="0" indent="0">
              <a:buNone/>
            </a:pPr>
            <a:r>
              <a:rPr lang="en-US" dirty="0"/>
              <a:t>    Generate business insights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812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BE43-E95D-550F-AF95-79CC609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884DE-BBBB-8123-FE0A-2706DD0CC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Imported dataset into Pandas Data Frame</a:t>
            </a:r>
          </a:p>
          <a:p>
            <a:r>
              <a:rPr lang="en-US" dirty="0"/>
              <a:t>Checked data types</a:t>
            </a:r>
          </a:p>
          <a:p>
            <a:r>
              <a:rPr lang="en-US" dirty="0"/>
              <a:t>Checked missing value</a:t>
            </a:r>
          </a:p>
          <a:p>
            <a:r>
              <a:rPr lang="en-US" dirty="0"/>
              <a:t>Verified data consistency</a:t>
            </a:r>
          </a:p>
          <a:p>
            <a:r>
              <a:rPr lang="en-US" dirty="0"/>
              <a:t>Prepared data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45268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330B-65EB-B96E-DE38-F78EE54D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FBB6-E909-45CF-4246-55A320D16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2113"/>
          </a:xfrm>
        </p:spPr>
        <p:txBody>
          <a:bodyPr/>
          <a:lstStyle/>
          <a:p>
            <a:r>
              <a:rPr lang="en-US" dirty="0"/>
              <a:t>Histograms and summary statistics were used to analyze individual numerical variables such as revenue, profit margin, employee count and ratings.</a:t>
            </a:r>
          </a:p>
          <a:p>
            <a:pPr marL="0" indent="0">
              <a:buNone/>
            </a:pPr>
            <a:r>
              <a:rPr lang="en-US" dirty="0"/>
              <a:t>   Profit Margin vs Industry:</a:t>
            </a:r>
          </a:p>
          <a:p>
            <a:pPr marL="0" indent="0">
              <a:buNone/>
            </a:pPr>
            <a:r>
              <a:rPr lang="en-US" dirty="0"/>
              <a:t>   Boxplot analysis –</a:t>
            </a:r>
          </a:p>
          <a:p>
            <a:pPr marL="0" indent="0">
              <a:buNone/>
            </a:pPr>
            <a:r>
              <a:rPr lang="en-US" dirty="0"/>
              <a:t>   No major outliers found.</a:t>
            </a:r>
          </a:p>
          <a:p>
            <a:pPr marL="0" indent="0">
              <a:buNone/>
            </a:pPr>
            <a:r>
              <a:rPr lang="en-US" dirty="0"/>
              <a:t>   Annual Revenue vs Industry:</a:t>
            </a:r>
          </a:p>
          <a:p>
            <a:pPr marL="0" indent="0">
              <a:buNone/>
            </a:pPr>
            <a:r>
              <a:rPr lang="en-US" dirty="0"/>
              <a:t>   Finance shows slightly outwards.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61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B5E4-CB95-57AE-C28D-87C62EBE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C6A92A-4771-06C4-372C-CB7A62DB02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55" y="2021614"/>
            <a:ext cx="4729655" cy="395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B203E7-7E08-C751-A35D-1D066AAB6D43}"/>
              </a:ext>
            </a:extLst>
          </p:cNvPr>
          <p:cNvSpPr txBox="1"/>
          <p:nvPr/>
        </p:nvSpPr>
        <p:spPr>
          <a:xfrm>
            <a:off x="6290440" y="3105835"/>
            <a:ext cx="2849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44B543-B200-1537-EB6C-9C72DBB5D68B}"/>
              </a:ext>
            </a:extLst>
          </p:cNvPr>
          <p:cNvSpPr txBox="1"/>
          <p:nvPr/>
        </p:nvSpPr>
        <p:spPr>
          <a:xfrm>
            <a:off x="3046686" y="3105835"/>
            <a:ext cx="6093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A8B2E-99B2-EBA7-51CE-46E6A3FB392E}"/>
              </a:ext>
            </a:extLst>
          </p:cNvPr>
          <p:cNvSpPr txBox="1"/>
          <p:nvPr/>
        </p:nvSpPr>
        <p:spPr>
          <a:xfrm>
            <a:off x="6093371" y="3374951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103B20-3D4C-CBA4-9ACD-5DB5EF371ECA}"/>
              </a:ext>
            </a:extLst>
          </p:cNvPr>
          <p:cNvSpPr txBox="1"/>
          <p:nvPr/>
        </p:nvSpPr>
        <p:spPr>
          <a:xfrm>
            <a:off x="3046686" y="3105835"/>
            <a:ext cx="6093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705E41-8A35-60E5-9124-CB2EADD09862}"/>
              </a:ext>
            </a:extLst>
          </p:cNvPr>
          <p:cNvSpPr txBox="1"/>
          <p:nvPr/>
        </p:nvSpPr>
        <p:spPr>
          <a:xfrm>
            <a:off x="3046686" y="3105835"/>
            <a:ext cx="6093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7D45D6-958B-482F-417F-652D4023CB67}"/>
              </a:ext>
            </a:extLst>
          </p:cNvPr>
          <p:cNvSpPr txBox="1"/>
          <p:nvPr/>
        </p:nvSpPr>
        <p:spPr>
          <a:xfrm>
            <a:off x="3046686" y="324433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229ABB-71D4-2121-FE30-1017483D764C}"/>
              </a:ext>
            </a:extLst>
          </p:cNvPr>
          <p:cNvSpPr txBox="1"/>
          <p:nvPr/>
        </p:nvSpPr>
        <p:spPr>
          <a:xfrm>
            <a:off x="8867838" y="3105835"/>
            <a:ext cx="4744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47A27961-51DE-7FE1-28F3-E36CA4456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579" y="2021614"/>
            <a:ext cx="4516821" cy="379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6">
            <a:extLst>
              <a:ext uri="{FF2B5EF4-FFF2-40B4-BE49-F238E27FC236}">
                <a16:creationId xmlns:a16="http://schemas.microsoft.com/office/drawing/2014/main" id="{A83AEA78-8801-ADB5-2615-79CFA52EA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7324" y="-323165"/>
            <a:ext cx="94934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6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D859D-9E49-77AD-7C1A-59AFAF09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09EE8-528B-DF7A-7926-202478955A3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3200400" y="3783725"/>
            <a:ext cx="81642" cy="53490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95A0465B-08E8-50F6-624C-8E70577DC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158" y="1855944"/>
            <a:ext cx="6809014" cy="38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5C99B6CD-FD66-6ADF-66C5-622DF4E46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440" y="-323165"/>
            <a:ext cx="1678326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937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C9F2-4D15-D025-F2B2-0DD2AAD1B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02A49-CE68-535D-C6A2-59B73618B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 heatmap was used to evaluate relationships among numerical variables simultaneously.</a:t>
            </a:r>
          </a:p>
          <a:p>
            <a:r>
              <a:rPr lang="en-US" dirty="0"/>
              <a:t>Findings of correlation heatmap:</a:t>
            </a:r>
          </a:p>
          <a:p>
            <a:pPr marL="0" indent="0">
              <a:buNone/>
            </a:pPr>
            <a:r>
              <a:rPr lang="en-US" dirty="0"/>
              <a:t>   Weak relationship among variables</a:t>
            </a:r>
          </a:p>
          <a:p>
            <a:pPr marL="0" indent="0">
              <a:buNone/>
            </a:pPr>
            <a:r>
              <a:rPr lang="en-US" dirty="0"/>
              <a:t>    no strong positive or negative correlations</a:t>
            </a:r>
          </a:p>
          <a:p>
            <a:pPr marL="0" indent="0">
              <a:buNone/>
            </a:pPr>
            <a:r>
              <a:rPr lang="en-US" dirty="0"/>
              <a:t>    Industries have similar profit margin</a:t>
            </a:r>
          </a:p>
          <a:p>
            <a:pPr marL="0" indent="0">
              <a:buNone/>
            </a:pPr>
            <a:r>
              <a:rPr lang="en-US" dirty="0"/>
              <a:t>    No significant multicollinearity</a:t>
            </a:r>
          </a:p>
        </p:txBody>
      </p:sp>
    </p:spTree>
    <p:extLst>
      <p:ext uri="{BB962C8B-B14F-4D97-AF65-F5344CB8AC3E}">
        <p14:creationId xmlns:p14="http://schemas.microsoft.com/office/powerpoint/2010/main" val="174253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E9-35DC-CBEF-BDBD-FDB79A44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EDA7-A403-60CD-07CA-791896E8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88687"/>
            <a:ext cx="10515600" cy="1934198"/>
          </a:xfrm>
        </p:spPr>
        <p:txBody>
          <a:bodyPr/>
          <a:lstStyle/>
          <a:p>
            <a:r>
              <a:rPr lang="en-US" dirty="0"/>
              <a:t>These are:</a:t>
            </a:r>
          </a:p>
          <a:p>
            <a:r>
              <a:rPr lang="en-US" dirty="0"/>
              <a:t>1. Pair Plot</a:t>
            </a:r>
          </a:p>
          <a:p>
            <a:r>
              <a:rPr lang="en-US" dirty="0"/>
              <a:t>2. Correlation Heatmap</a:t>
            </a:r>
          </a:p>
          <a:p>
            <a:endParaRPr lang="en-US" dirty="0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2724E473-C0AF-4E36-535B-AEF917F8F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52" y="3429000"/>
            <a:ext cx="6853073" cy="306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5ECFDE8-8B60-1941-2137-7FF866110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306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34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2397D-3A26-9512-B0C7-EF272120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Heatmap: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669F-01C3-516E-4082-2C2B18884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180" y="3838193"/>
            <a:ext cx="3784365" cy="2338769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43E3BB2E-1600-CDDF-A141-13D258079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340069"/>
            <a:ext cx="7154917" cy="551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3CB5187-D933-AF29-124F-E758E2FF2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108" y="-323165"/>
            <a:ext cx="438766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23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7EDB8-C847-D396-A4F4-69CB6C79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E1504-12C0-6BC5-9B4E-C16830F03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Industries have similar profit margins.</a:t>
            </a:r>
          </a:p>
          <a:p>
            <a:r>
              <a:rPr lang="en-US" dirty="0"/>
              <a:t>Industries have similar revenue distributions.</a:t>
            </a:r>
          </a:p>
          <a:p>
            <a:r>
              <a:rPr lang="en-US" dirty="0"/>
              <a:t>Dataset contains limited variation across sectors.</a:t>
            </a:r>
          </a:p>
          <a:p>
            <a:r>
              <a:rPr lang="en-US" dirty="0"/>
              <a:t>No significant multicollinearity.</a:t>
            </a:r>
          </a:p>
          <a:p>
            <a:pPr marL="0" indent="0">
              <a:buNone/>
            </a:pPr>
            <a:r>
              <a:rPr lang="en-US" dirty="0"/>
              <a:t> BUSINESS INSIGHTS:</a:t>
            </a:r>
          </a:p>
          <a:p>
            <a:pPr marL="0" indent="0">
              <a:buNone/>
            </a:pPr>
            <a:r>
              <a:rPr lang="en-US" dirty="0"/>
              <a:t>The analyzed variables appear largely independent. Industry alone does not strongly explain differences in revenue of profitability within this dataset.</a:t>
            </a:r>
          </a:p>
        </p:txBody>
      </p:sp>
    </p:spTree>
    <p:extLst>
      <p:ext uri="{BB962C8B-B14F-4D97-AF65-F5344CB8AC3E}">
        <p14:creationId xmlns:p14="http://schemas.microsoft.com/office/powerpoint/2010/main" val="1403575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7BB2-F929-F90F-F73B-8982A509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A6259-C202-568B-B39E-18C7F364C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 additional business variables.</a:t>
            </a:r>
          </a:p>
          <a:p>
            <a:r>
              <a:rPr lang="en-US" dirty="0"/>
              <a:t>Increase sample size</a:t>
            </a:r>
          </a:p>
          <a:p>
            <a:r>
              <a:rPr lang="en-US" dirty="0"/>
              <a:t>Include growth metrics and operational KPIs.</a:t>
            </a:r>
          </a:p>
          <a:p>
            <a:r>
              <a:rPr lang="en-US" dirty="0"/>
              <a:t>Perform predictive analytics in future studies.</a:t>
            </a:r>
          </a:p>
          <a:p>
            <a:pPr marL="0" indent="0">
              <a:buNone/>
            </a:pPr>
            <a:r>
              <a:rPr lang="en-US" dirty="0"/>
              <a:t>  CONCLUSION:</a:t>
            </a:r>
          </a:p>
          <a:p>
            <a:pPr marL="0" indent="0">
              <a:buNone/>
            </a:pPr>
            <a:r>
              <a:rPr lang="en-US" dirty="0"/>
              <a:t>  EDA successfully summarized the dataset and revealed that most    variables have weak relationships while industry – level distributions remain similar.</a:t>
            </a:r>
          </a:p>
        </p:txBody>
      </p:sp>
    </p:spTree>
    <p:extLst>
      <p:ext uri="{BB962C8B-B14F-4D97-AF65-F5344CB8AC3E}">
        <p14:creationId xmlns:p14="http://schemas.microsoft.com/office/powerpoint/2010/main" val="1442401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324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Exploratory Data Analysis </vt:lpstr>
      <vt:lpstr>Project’s Agenda</vt:lpstr>
      <vt:lpstr>Introduction</vt:lpstr>
      <vt:lpstr>Data preparation</vt:lpstr>
      <vt:lpstr>Univariate</vt:lpstr>
      <vt:lpstr>Boxplot analysis</vt:lpstr>
      <vt:lpstr>Boxplot analysis</vt:lpstr>
      <vt:lpstr>Multivariate Analysis</vt:lpstr>
      <vt:lpstr>Multivariate:</vt:lpstr>
      <vt:lpstr>Correlation Heatmap:</vt:lpstr>
      <vt:lpstr>Key Findings:</vt:lpstr>
      <vt:lpstr>Recommendations: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tyagi</dc:creator>
  <cp:lastModifiedBy>anjali tyagi</cp:lastModifiedBy>
  <cp:revision>2</cp:revision>
  <dcterms:created xsi:type="dcterms:W3CDTF">2026-06-01T11:54:55Z</dcterms:created>
  <dcterms:modified xsi:type="dcterms:W3CDTF">2026-06-02T11:06:28Z</dcterms:modified>
</cp:coreProperties>
</file>