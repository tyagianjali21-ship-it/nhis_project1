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F17C-A3A1-6EA0-1808-06243E0BD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4827B-E7FD-61F6-6416-4798596AF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2DF8-02D1-ED0F-A654-A1204C90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A0ABA-1C17-7331-B222-AA3C2B5F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45B7C-F17C-7DC2-FBDA-CB9F0274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0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89B6-FA44-A4C6-A79D-50666C3A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9881B-F4DC-D066-A7E4-B56960A6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1A80D-C1D3-AF2D-704C-A23647CA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8EFFB-246F-12CA-F3BC-A3EDCEF1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B86C7-B7DB-C40A-1255-88594977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8EAB-A39D-D3C7-1D37-4B4EB0CA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93A57-E941-1564-2786-270C41A25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4F4A7-7A8A-2368-C063-38778ABF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5D4FA-483D-46F7-050D-9C38AD322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07AA8-665B-7B66-EBEC-23FDEF89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5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75FD-3940-A865-E0E3-FFC82032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25B43-F269-33E0-79F6-07FFCB1E1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6A6B2-B804-3FAC-973F-4A6AD5B38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134E4-BCE4-7FB2-D9FD-42BEFAA0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57817-5E89-B7E7-9501-B15237C3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E856-87FD-2743-74EC-F5D4B407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1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8165-25E9-EFEF-C678-BAD793F9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34C4F-0CB0-20DC-38DC-4A54E685F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7A2DD-2EBC-DC3A-43E7-DFAE207B5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8C83E-F889-0141-4EB1-8F1E3CAAD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48296-168C-7CEF-B351-0430FE565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8A898-CC0D-80E3-02D7-E1EAE284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6546C-E6E9-DBBD-8B0B-80507B0A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247AD-0334-B41D-1EAC-B3FBC543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EA28-6E77-D5C4-C873-877C2434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5589C-DA9F-8A3F-8C45-C0910746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9BFA2-BA78-C51C-9905-05B39FA3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49F16-88A3-5FF2-AD81-DF0D88C8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7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3A99B-F3D7-86D8-EAA2-0A58CCB8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F0A89-C5D8-2514-7964-A0D24AB6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96238-7D67-5E94-8ACC-8007E791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9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E934-4E59-1589-E7B1-96E9576D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D02D-FBA5-2A32-23D0-2C3A46BA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F7C9A-0520-52F2-7BA4-BA0E2FAA5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8827E-81BF-DE70-D26F-C5BB81E6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0261F-4B54-95D0-9372-5649C590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62A6D-64FC-3270-31DD-6FAC4183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3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626B-7B85-57DB-D081-E1029D55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1452F-BC8A-AF3B-5CF4-F865D1307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4EA90-96EB-5F64-5278-2002E00D2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624A7-BDE1-0B62-2028-AAB8E2717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51724-48AA-2122-C6A7-E3C0F5B1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FA344-8D39-A4B3-82D5-788C21A1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7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D47F-9755-E316-FAF8-7DA89203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16DC0-C241-2B14-ADE4-0945C5BA1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863E-833E-328C-B174-8FDC1569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DC21-0778-0EEC-5340-9617BBCD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29ACC-A144-D12B-C734-C10159A7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7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AC8E5-9D08-39BF-F788-73DE597AF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46F7E-3598-49E5-0604-F3E177326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A0007-7AD7-AAC4-F4E9-A6FF9B7C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5EF9D-1965-B31B-09E7-24308C48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F1230-A5B9-4A6B-6F8C-64DBDC19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6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F6F5B-CE0C-29B0-C1A2-7DF100F1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857AD-D2F2-17C2-8F8D-C3559E899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7C23-C157-A02E-F7B7-C0A88DF18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A6393-6E93-49F1-B19A-594DFBC5BD70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4589-8479-F793-E054-4A5EE3ACC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F3B2-3D6A-B760-9FE6-E0D6E7756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078FD-E4BC-41A9-ADFE-B55E46377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1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FA554-1E71-05EA-A1E5-55B62F9D26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42BC4-21A2-7382-F59E-D717FE48E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66762"/>
          </a:xfrm>
        </p:spPr>
        <p:txBody>
          <a:bodyPr>
            <a:normAutofit/>
          </a:bodyPr>
          <a:lstStyle/>
          <a:p>
            <a:r>
              <a:rPr lang="en-US" sz="4000" dirty="0"/>
              <a:t>Telecom User Analytics</a:t>
            </a:r>
          </a:p>
        </p:txBody>
      </p:sp>
    </p:spTree>
    <p:extLst>
      <p:ext uri="{BB962C8B-B14F-4D97-AF65-F5344CB8AC3E}">
        <p14:creationId xmlns:p14="http://schemas.microsoft.com/office/powerpoint/2010/main" val="148153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2B1-C106-95C2-A9D4-F5404236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</a:t>
            </a:r>
            <a:r>
              <a:rPr lang="en-US" dirty="0" err="1"/>
              <a:t>Libaries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69F2-886C-E425-4A61-E0B56C08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Imported </a:t>
            </a:r>
            <a:r>
              <a:rPr lang="en-US" dirty="0" err="1"/>
              <a:t>Libaries</a:t>
            </a:r>
            <a:r>
              <a:rPr lang="en-US" dirty="0"/>
              <a:t> as below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pandas as pd</a:t>
            </a:r>
          </a:p>
          <a:p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2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76D0-9F31-25DC-A0F3-23B62958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Data downloaded: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CA274-616C-A06A-B1C2-AC4F7B58B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Command to download data used as below: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dirty="0" err="1"/>
              <a:t>r"C</a:t>
            </a:r>
            <a:r>
              <a:rPr lang="en-US" dirty="0"/>
              <a:t>:\Users\hp\Downloads\telcom_data (2).xlsx - Sheet1.csv",encoding="</a:t>
            </a:r>
            <a:r>
              <a:rPr lang="en-US" dirty="0" err="1"/>
              <a:t>latin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86772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66F4-F682-4C6B-4FA4-EEBFF33C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F548-FF97-3E36-4B7C-C7A1C335C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count and check names of rows and column below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print("Rows and Columns:", </a:t>
            </a:r>
            <a:r>
              <a:rPr lang="en-US" dirty="0" err="1"/>
              <a:t>df.shape</a:t>
            </a:r>
            <a:r>
              <a:rPr lang="en-US" dirty="0"/>
              <a:t>)print("\</a:t>
            </a:r>
            <a:r>
              <a:rPr lang="en-US" dirty="0" err="1"/>
              <a:t>nColumn</a:t>
            </a:r>
            <a:r>
              <a:rPr lang="en-US" dirty="0"/>
              <a:t> Names:")print(</a:t>
            </a:r>
            <a:r>
              <a:rPr lang="en-US" dirty="0" err="1"/>
              <a:t>df.columns.tolist</a:t>
            </a:r>
            <a:r>
              <a:rPr lang="en-US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68806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06FA-96A3-E3E5-1E54-5F421109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220A1-273C-2C2E-D2F8-FBCA8432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Missing values and duplicate records were checked and handled.</a:t>
            </a:r>
          </a:p>
          <a:p>
            <a:pPr marL="0" indent="0">
              <a:buNone/>
            </a:pPr>
            <a:r>
              <a:rPr lang="en-US" dirty="0"/>
              <a:t>By commands as - </a:t>
            </a:r>
            <a:r>
              <a:rPr lang="en-US" dirty="0" err="1"/>
              <a:t>df.head</a:t>
            </a:r>
            <a:r>
              <a:rPr lang="en-US" dirty="0"/>
              <a:t>(), df.info(),files, </a:t>
            </a:r>
            <a:r>
              <a:rPr lang="en-US" dirty="0" err="1"/>
              <a:t>df.describe</a:t>
            </a:r>
            <a:r>
              <a:rPr lang="en-US" dirty="0"/>
              <a:t>(include="all").T, missing = </a:t>
            </a:r>
            <a:r>
              <a:rPr lang="en-US" dirty="0" err="1"/>
              <a:t>df.isnull</a:t>
            </a:r>
            <a:r>
              <a:rPr lang="en-US" dirty="0"/>
              <a:t>().sum().</a:t>
            </a:r>
            <a:r>
              <a:rPr lang="en-US" dirty="0" err="1"/>
              <a:t>sort_values</a:t>
            </a:r>
            <a:r>
              <a:rPr lang="en-US" dirty="0"/>
              <a:t>(ascending=False)print(missing), </a:t>
            </a:r>
            <a:r>
              <a:rPr lang="en-US" dirty="0" err="1"/>
              <a:t>missing_percent</a:t>
            </a:r>
            <a:r>
              <a:rPr lang="en-US" dirty="0"/>
              <a:t> = (</a:t>
            </a:r>
            <a:r>
              <a:rPr lang="en-US" dirty="0" err="1"/>
              <a:t>df.isnull</a:t>
            </a:r>
            <a:r>
              <a:rPr lang="en-US" dirty="0"/>
              <a:t>().sum() /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* 100).</a:t>
            </a:r>
            <a:r>
              <a:rPr lang="en-US" dirty="0" err="1"/>
              <a:t>sort_values</a:t>
            </a:r>
            <a:r>
              <a:rPr lang="en-US" dirty="0"/>
              <a:t>(ascending=False)print(</a:t>
            </a:r>
            <a:r>
              <a:rPr lang="en-US" dirty="0" err="1"/>
              <a:t>missing_percent</a:t>
            </a:r>
            <a:r>
              <a:rPr lang="en-US" dirty="0"/>
              <a:t>),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df.drop_duplicates</a:t>
            </a:r>
            <a:r>
              <a:rPr lang="en-US" dirty="0"/>
              <a:t>()print("Rows after removing duplicates:",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)), </a:t>
            </a:r>
          </a:p>
        </p:txBody>
      </p:sp>
    </p:spTree>
    <p:extLst>
      <p:ext uri="{BB962C8B-B14F-4D97-AF65-F5344CB8AC3E}">
        <p14:creationId xmlns:p14="http://schemas.microsoft.com/office/powerpoint/2010/main" val="3097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753F-B0E5-1D74-AFEB-C4AD4BBB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Numerial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A4DC-0392-6A29-5FFF-278930FCD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Categorical variables were converted into numerical features before applying machine learning. </a:t>
            </a:r>
          </a:p>
          <a:p>
            <a:pPr marL="0" indent="0">
              <a:buNone/>
            </a:pPr>
            <a:r>
              <a:rPr lang="en-US" dirty="0"/>
              <a:t>Numeric are distributed by:</a:t>
            </a:r>
          </a:p>
          <a:p>
            <a:pPr marL="0" indent="0">
              <a:buNone/>
            </a:pPr>
            <a:r>
              <a:rPr lang="en-US" dirty="0" err="1"/>
              <a:t>df.select_dtypes</a:t>
            </a:r>
            <a:r>
              <a:rPr lang="en-US" dirty="0"/>
              <a:t>(include=</a:t>
            </a:r>
            <a:r>
              <a:rPr lang="en-US" dirty="0" err="1"/>
              <a:t>np.number</a:t>
            </a:r>
            <a:r>
              <a:rPr lang="en-US" dirty="0"/>
              <a:t>).hist(</a:t>
            </a:r>
            <a:r>
              <a:rPr lang="en-US" dirty="0" err="1"/>
              <a:t>figsize</a:t>
            </a:r>
            <a:r>
              <a:rPr lang="en-US" dirty="0"/>
              <a:t>=(14, 10),bins=20)</a:t>
            </a:r>
            <a:r>
              <a:rPr lang="en-US" dirty="0" err="1"/>
              <a:t>plt.tight_layout</a:t>
            </a:r>
            <a:r>
              <a:rPr lang="en-US" dirty="0"/>
              <a:t>()</a:t>
            </a: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8780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86A6-B140-3E4C-7CF8-CE974DEC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visualization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A4FEC9-4FBA-7213-C8F5-DC70E4994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103" y="1884454"/>
            <a:ext cx="4617729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8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B0F3-3FE8-59A0-851D-8EE36753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importance: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D1E297-4DFC-49DE-214F-9BC9CEF0FC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375883"/>
              </p:ext>
            </p:extLst>
          </p:nvPr>
        </p:nvGraphicFramePr>
        <p:xfrm>
          <a:off x="838200" y="1914144"/>
          <a:ext cx="5001768" cy="2327180"/>
        </p:xfrm>
        <a:graphic>
          <a:graphicData uri="http://schemas.openxmlformats.org/drawingml/2006/table">
            <a:tbl>
              <a:tblPr/>
              <a:tblGrid>
                <a:gridCol w="1667256">
                  <a:extLst>
                    <a:ext uri="{9D8B030D-6E8A-4147-A177-3AD203B41FA5}">
                      <a16:colId xmlns:a16="http://schemas.microsoft.com/office/drawing/2014/main" val="3156666912"/>
                    </a:ext>
                  </a:extLst>
                </a:gridCol>
                <a:gridCol w="1667256">
                  <a:extLst>
                    <a:ext uri="{9D8B030D-6E8A-4147-A177-3AD203B41FA5}">
                      <a16:colId xmlns:a16="http://schemas.microsoft.com/office/drawing/2014/main" val="1430612716"/>
                    </a:ext>
                  </a:extLst>
                </a:gridCol>
                <a:gridCol w="1667256">
                  <a:extLst>
                    <a:ext uri="{9D8B030D-6E8A-4147-A177-3AD203B41FA5}">
                      <a16:colId xmlns:a16="http://schemas.microsoft.com/office/drawing/2014/main" val="1829404906"/>
                    </a:ext>
                  </a:extLst>
                </a:gridCol>
              </a:tblGrid>
              <a:tr h="116359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800" b="0" i="0" dirty="0">
                          <a:effectLst/>
                          <a:latin typeface="system-ui"/>
                        </a:rPr>
                        <a:t>feature1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800" b="0" i="0">
                          <a:effectLst/>
                          <a:latin typeface="system-ui"/>
                        </a:rPr>
                        <a:t>0.533333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821487"/>
                  </a:ext>
                </a:extLst>
              </a:tr>
              <a:tr h="116359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800" b="0" i="0" dirty="0">
                          <a:effectLst/>
                          <a:latin typeface="system-ui"/>
                        </a:rPr>
                        <a:t>feature2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800" b="0" i="0" dirty="0">
                          <a:effectLst/>
                          <a:latin typeface="system-ui"/>
                        </a:rPr>
                        <a:t>0.466667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26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46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EB84-B901-276A-F4A1-F4E288C5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5FB849-8627-1E0E-6E37-213D5F6AD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329" y="1825625"/>
            <a:ext cx="58521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2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1EAA-9645-BCD7-5C56-869725D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C26CC-72F3-E7AE-A12F-05C21EEC4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Telecom User Analytics project demonstrates how data cleaning, exploratory analysis, machine learning and feature </a:t>
            </a:r>
            <a:r>
              <a:rPr lang="en-US" dirty="0" err="1"/>
              <a:t>importancecan</a:t>
            </a:r>
            <a:r>
              <a:rPr lang="en-US" dirty="0"/>
              <a:t> be combined to generate useful business insights from telecom customer data.</a:t>
            </a:r>
          </a:p>
        </p:txBody>
      </p:sp>
    </p:spTree>
    <p:extLst>
      <p:ext uri="{BB962C8B-B14F-4D97-AF65-F5344CB8AC3E}">
        <p14:creationId xmlns:p14="http://schemas.microsoft.com/office/powerpoint/2010/main" val="1603655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320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system-ui</vt:lpstr>
      <vt:lpstr>Office Theme</vt:lpstr>
      <vt:lpstr>Project </vt:lpstr>
      <vt:lpstr>                                   Libaries</vt:lpstr>
      <vt:lpstr>                        Data downloaded:</vt:lpstr>
      <vt:lpstr>                      Rows and columns</vt:lpstr>
      <vt:lpstr>                          Data Cleaning</vt:lpstr>
      <vt:lpstr>Numerial features:</vt:lpstr>
      <vt:lpstr>Confusion matrix visualization</vt:lpstr>
      <vt:lpstr>Features importance:</vt:lpstr>
      <vt:lpstr>Feature importance graph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tyagi</dc:creator>
  <cp:lastModifiedBy>anjali tyagi</cp:lastModifiedBy>
  <cp:revision>1</cp:revision>
  <dcterms:created xsi:type="dcterms:W3CDTF">2026-08-10T09:51:07Z</dcterms:created>
  <dcterms:modified xsi:type="dcterms:W3CDTF">2026-08-10T10:29:38Z</dcterms:modified>
</cp:coreProperties>
</file>